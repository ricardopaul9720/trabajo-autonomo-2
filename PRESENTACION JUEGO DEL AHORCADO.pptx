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3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DD961118-B4F5-4B10-A100-D636269FF67C}">
          <p14:sldIdLst>
            <p14:sldId id="256"/>
            <p14:sldId id="257"/>
            <p14:sldId id="260"/>
            <p14:sldId id="261"/>
            <p14:sldId id="263"/>
            <p14:sldId id="262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497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258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0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798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65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802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520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799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012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333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316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8880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1436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9968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3121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3906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99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1CBB48E-E87B-47FD-99A1-62CB5DB43E81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CADEC-738B-4B66-85DA-FFD93C4489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0781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A3E8-83EB-4492-AEC9-05EBD0EA3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-41494"/>
            <a:ext cx="8825658" cy="3329581"/>
          </a:xfrm>
        </p:spPr>
        <p:txBody>
          <a:bodyPr/>
          <a:lstStyle/>
          <a:p>
            <a:r>
              <a:rPr lang="es-MX" dirty="0"/>
              <a:t>JUEGO DEL AHORCADO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4507D6-E5EB-4DA5-A0F4-9B334E36C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829" y="3637897"/>
            <a:ext cx="5281118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F7E61-9529-4435-BEAC-2FCB07CD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499B1-E15A-40E6-91FD-25E1279BF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- El Ahorcado es un juego clásico de adivinanza de palabras.</a:t>
            </a:r>
          </a:p>
          <a:p>
            <a:r>
              <a:rPr lang="es-MX" dirty="0"/>
              <a:t>- Se juega en papel, pizarras o digitalmente.</a:t>
            </a:r>
          </a:p>
          <a:p>
            <a:r>
              <a:rPr lang="es-MX" dirty="0"/>
              <a:t>- Objetivo: descubrir la palabra oculta antes de que el dibujo del ahorcado se complete.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10070E-BC30-4C7B-B9E7-54DF3BD0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33" y="4150658"/>
            <a:ext cx="1463167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1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1F56C-D172-412C-88AF-728E18D6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Librerías utilizadas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D3D43B-F3B8-42EA-A49D-7E9A106CD1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5736" y="597171"/>
            <a:ext cx="8946541" cy="41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MX" altLang="es-MX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es-MX" altLang="es-MX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MX" altLang="es-MX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</a:t>
            </a:r>
            <a:r>
              <a:rPr kumimoji="0" lang="es-MX" altLang="es-MX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 </a:t>
            </a:r>
            <a:r>
              <a:rPr kumimoji="0" lang="es-MX" altLang="es-MX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</a:t>
            </a:r>
            <a:r>
              <a:rPr kumimoji="0" lang="es-MX" altLang="es-MX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crear interfaces gráficas (ventanas, botones, etiquetas, cuadros de texto).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la librería estándar de Python para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MX" altLang="es-MX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es-MX" altLang="es-MX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MX" altLang="es-MX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es-MX" altLang="es-MX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usa para seleccionar palabras al azar de las categorías.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 que cada partida sea diferente.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A71C9E-31EE-4EDC-AFB7-848F57B6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29" y="4002741"/>
            <a:ext cx="4450885" cy="119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8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9D3CE-1261-40AE-A7BD-F9723F30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 de Categorías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4F1875-FADD-463F-80CB-F6A6D8DEA6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define un diccionario llamado </a:t>
            </a:r>
            <a:r>
              <a:rPr kumimoji="0" lang="es-MX" altLang="es-MX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categorias</a:t>
            </a:r>
            <a:r>
              <a:rPr kumimoji="0" lang="es-MX" altLang="es-MX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con listas de palabras: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PAISES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ecuador, méxico, perú, chile…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COLORES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rojo, azul, verde…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COSAS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mesa, silla, coche…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COMIDA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pan, arroz, pizza…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que el jugador elija la temática del juego.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11937C-C4B7-4E6D-8F1D-ECAC058E5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424" y="1401172"/>
            <a:ext cx="4657669" cy="163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55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E744E-2737-4024-A776-B965FE23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Variables Globales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40D955-C193-4E20-834D-2BA7FDA6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- palabra: almacena la palabra secreta.</a:t>
            </a:r>
          </a:p>
          <a:p>
            <a:r>
              <a:rPr lang="es-MX" dirty="0"/>
              <a:t>- </a:t>
            </a:r>
            <a:r>
              <a:rPr lang="es-MX" dirty="0" err="1"/>
              <a:t>letras_adivinadas</a:t>
            </a:r>
            <a:r>
              <a:rPr lang="es-MX" dirty="0"/>
              <a:t>: lista con guiones bajos que se reemplazan al acertar letras.</a:t>
            </a:r>
          </a:p>
          <a:p>
            <a:r>
              <a:rPr lang="es-MX" dirty="0"/>
              <a:t>- </a:t>
            </a:r>
            <a:r>
              <a:rPr lang="es-MX" dirty="0" err="1"/>
              <a:t>intentos_restantes</a:t>
            </a:r>
            <a:r>
              <a:rPr lang="es-MX" dirty="0"/>
              <a:t>: inicia en 6 y disminuye con cada error.</a:t>
            </a:r>
          </a:p>
          <a:p>
            <a:r>
              <a:rPr lang="es-MX" dirty="0"/>
              <a:t>- </a:t>
            </a:r>
            <a:r>
              <a:rPr lang="es-MX" dirty="0" err="1"/>
              <a:t>ultima_categoria</a:t>
            </a:r>
            <a:r>
              <a:rPr lang="es-MX" dirty="0"/>
              <a:t>: guarda la última categoría seleccionada para reintentar.</a:t>
            </a:r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8004AC-7261-4BA4-85D2-7910CACF5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182" y="4715610"/>
            <a:ext cx="7684800" cy="15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0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F14AC-CE4E-4116-9149-3AB0C7C6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292D6F-6BFC-4C88-8AF8-262E29DE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25388"/>
            <a:ext cx="9815700" cy="4823011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- </a:t>
            </a:r>
            <a:r>
              <a:rPr lang="es-MX" b="1" dirty="0" err="1"/>
              <a:t>iniciar_juego</a:t>
            </a:r>
            <a:r>
              <a:rPr lang="es-MX" b="1" dirty="0"/>
              <a:t>(</a:t>
            </a:r>
            <a:r>
              <a:rPr lang="es-MX" b="1" dirty="0" err="1"/>
              <a:t>categoria</a:t>
            </a:r>
            <a:r>
              <a:rPr lang="es-MX" b="1" dirty="0"/>
              <a:t>)</a:t>
            </a:r>
          </a:p>
          <a:p>
            <a:r>
              <a:rPr lang="es-MX" dirty="0"/>
              <a:t>- Selecciona una palabra aleatoria de la categoría.</a:t>
            </a:r>
          </a:p>
          <a:p>
            <a:r>
              <a:rPr lang="es-MX" dirty="0"/>
              <a:t>- Reinicia los intentos y limpia el dibujo.</a:t>
            </a:r>
          </a:p>
          <a:p>
            <a:r>
              <a:rPr lang="es-MX" dirty="0"/>
              <a:t>- Actualiza la interfaz gráfica.</a:t>
            </a:r>
          </a:p>
          <a:p>
            <a:r>
              <a:rPr lang="es-MX" dirty="0"/>
              <a:t>- </a:t>
            </a:r>
            <a:r>
              <a:rPr lang="es-MX" b="1" dirty="0" err="1"/>
              <a:t>dibujar_ahorcado</a:t>
            </a:r>
            <a:r>
              <a:rPr lang="es-MX" b="1" dirty="0"/>
              <a:t>(intentos)</a:t>
            </a:r>
          </a:p>
          <a:p>
            <a:r>
              <a:rPr lang="es-MX" dirty="0"/>
              <a:t>- Dibuja progresivamente el ahorcado en el </a:t>
            </a:r>
            <a:r>
              <a:rPr lang="es-MX" dirty="0" err="1"/>
              <a:t>Canvas</a:t>
            </a:r>
            <a:r>
              <a:rPr lang="es-MX" dirty="0"/>
              <a:t> según los errores.</a:t>
            </a:r>
          </a:p>
          <a:p>
            <a:r>
              <a:rPr lang="es-MX" dirty="0"/>
              <a:t>- Base → Poste → Barra → Cuerda → Cabeza → Cuerpo → Brazos → Piernas.</a:t>
            </a:r>
          </a:p>
          <a:p>
            <a:r>
              <a:rPr lang="es-MX" b="1" dirty="0"/>
              <a:t>- intentar()</a:t>
            </a:r>
          </a:p>
          <a:p>
            <a:r>
              <a:rPr lang="es-MX" dirty="0"/>
              <a:t>- Procesa la letra ingresada por el jugador.</a:t>
            </a:r>
          </a:p>
          <a:p>
            <a:r>
              <a:rPr lang="es-MX" dirty="0"/>
              <a:t>- Actualiza la palabra si acierta o dibuja el ahorcado si falla.</a:t>
            </a:r>
          </a:p>
          <a:p>
            <a:r>
              <a:rPr lang="es-MX" dirty="0"/>
              <a:t>- Verifica condiciones de victoria o derrota.</a:t>
            </a:r>
          </a:p>
          <a:p>
            <a:r>
              <a:rPr lang="es-MX" b="1" dirty="0"/>
              <a:t>- </a:t>
            </a:r>
            <a:r>
              <a:rPr lang="es-MX" b="1" dirty="0" err="1"/>
              <a:t>volver_a_intentar</a:t>
            </a:r>
            <a:r>
              <a:rPr lang="es-MX" b="1" dirty="0"/>
              <a:t>()</a:t>
            </a:r>
          </a:p>
          <a:p>
            <a:r>
              <a:rPr lang="es-MX" dirty="0"/>
              <a:t>- Reinicia el juego con la última categoría seleccionada.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8946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C334C-5A7D-4A8E-9A96-1FF877D4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PANTALLAS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A57867-A16D-4978-9BF7-54366927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MENU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6F52DF8-DBB8-4301-8B3A-5E97BCD94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428" y="2596093"/>
            <a:ext cx="6730775" cy="365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29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DDDC6-73D7-4B41-A53B-521FA7D8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JUEGO PERDIDO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C2BBCE0-2279-4EEE-8260-661BC7A68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132" y="1756803"/>
            <a:ext cx="4987793" cy="4195762"/>
          </a:xfrm>
        </p:spPr>
      </p:pic>
    </p:spTree>
    <p:extLst>
      <p:ext uri="{BB962C8B-B14F-4D97-AF65-F5344CB8AC3E}">
        <p14:creationId xmlns:p14="http://schemas.microsoft.com/office/powerpoint/2010/main" val="234454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08C08-C0AD-4192-9E71-2E44B99E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¡GANASTE!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7DC9DDF-0302-452E-9391-5ADC65775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342" y="1853248"/>
            <a:ext cx="5151232" cy="4195762"/>
          </a:xfrm>
        </p:spPr>
      </p:pic>
    </p:spTree>
    <p:extLst>
      <p:ext uri="{BB962C8B-B14F-4D97-AF65-F5344CB8AC3E}">
        <p14:creationId xmlns:p14="http://schemas.microsoft.com/office/powerpoint/2010/main" val="2036242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337</Words>
  <Application>Microsoft Office PowerPoint</Application>
  <PresentationFormat>Panorámica</PresentationFormat>
  <Paragraphs>42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Century Gothic</vt:lpstr>
      <vt:lpstr>Wingdings 3</vt:lpstr>
      <vt:lpstr>Ion</vt:lpstr>
      <vt:lpstr>JUEGO DEL AHORCADO</vt:lpstr>
      <vt:lpstr>Introducción </vt:lpstr>
      <vt:lpstr>Librerías utilizadas</vt:lpstr>
      <vt:lpstr>Diccionario de Categorías</vt:lpstr>
      <vt:lpstr>Variables Globales</vt:lpstr>
      <vt:lpstr>Funciones Principales</vt:lpstr>
      <vt:lpstr>PANTALLAS</vt:lpstr>
      <vt:lpstr>JUEGO PERDIDO</vt:lpstr>
      <vt:lpstr>¡GANASTE!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JUEGO DEL AHORCADO</dc:title>
  <dc:creator>Ricky 🏀</dc:creator>
  <cp:lastModifiedBy>Ricky 🏀</cp:lastModifiedBy>
  <cp:revision>3</cp:revision>
  <dcterms:created xsi:type="dcterms:W3CDTF">2025-12-18T01:08:00Z</dcterms:created>
  <dcterms:modified xsi:type="dcterms:W3CDTF">2025-12-18T02:05:51Z</dcterms:modified>
</cp:coreProperties>
</file>